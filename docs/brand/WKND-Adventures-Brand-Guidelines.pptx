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3063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5F0E8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ADVENTURE · REAL LIFE · WILD PLACES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2062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0E8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BRAND </a:t>
            </a:r>
            <a:pPr algn="ctr" indent="0" marL="0">
              <a:buNone/>
            </a:pPr>
            <a:r>
              <a:rPr lang="en-US" sz="3400" b="1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GUIDELINES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0E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Trail Manual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84368" y="5577840"/>
            <a:ext cx="8229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VERSION 1.0 —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01 ·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Brand at a </a:t>
            </a:r>
            <a:pPr indent="0" marL="0">
              <a:buNone/>
            </a:pPr>
            <a:r>
              <a:rPr lang="en-US" sz="300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 ADVENTURES · THE TRAIL MANUAL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WKND Adventures is an editorial outdoor publication that documents the people, routes, and moments that make the outdoors worth protecting.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E865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Bold Stories. Real Life. Wild Places.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Every route is walked before it is written; every report carries a last-verified date. The tone is honest and field-tested — never brochure fluff, never gatekeeping.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Honest over hyped — publish the hard days, not just the summits.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Field-first, not desk research — specifics from people who went.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 every level, no gatekeeping — truthful difficulty ratings.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KEY CHARACTERISTICS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74904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Photography-forward layouts around full-bleed wilderness imagery.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Syncopate for headlines, Instrument Sans for reading.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Amber energy over deep pine, grounded in warm neutrals.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Signature hard-offset "trail-sign" buttons and rounded cards.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02 ·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Market </a:t>
            </a:r>
            <a:pPr indent="0" marL="0">
              <a:buNone/>
            </a:pPr>
            <a:r>
              <a:rPr lang="en-US" sz="300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Positioning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 ADVENTURES · THE TRAIL MANUAL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WKND Adventures replaces endless research and secondhand trip reports with verified, walked-it-ourselves guides, gear, and field journals.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ECE4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1A1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 serious outdoor people tired of aggregated, unverified beta, WKND Adventures is the first-hand publication that replaces guesswork with ground truth — real routes, real conditions, real gear, documented in the field and updated when the trail changes.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Serious outdoor people planning multi-day routes.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Seasoned alpinists seeking honest, detailed accounts.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Independent adventurers who plan their own trips.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3703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DIFFERENTIATORS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4023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First-hand, not aggregated — every route completed first.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Verified &amp; dated — each report carries a last-verified date.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Updated, not abandoned — revisited when conditions shift.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Honest difficulty — truthful ratings, never gatekeeping.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8064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 w="19050">
            <a:solidFill>
              <a:srgbClr val="E865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064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ADVENTURES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5806440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 w="19050">
            <a:solidFill>
              <a:srgbClr val="E865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5806440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EXPEDITIONS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24528" y="5806440"/>
            <a:ext cx="1819656" cy="384048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 w="19050">
            <a:solidFill>
              <a:srgbClr val="E865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5806440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DESTINATIONS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27064" y="5806440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 w="19050">
            <a:solidFill>
              <a:srgbClr val="E86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5806440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FIELD NOTES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119872" y="5806440"/>
            <a:ext cx="941832" cy="384048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 w="19050">
            <a:solidFill>
              <a:srgbClr val="E865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9872" y="5806440"/>
            <a:ext cx="941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GEAR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244584" y="580644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 w="19050">
            <a:solidFill>
              <a:srgbClr val="E865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5806440"/>
            <a:ext cx="1490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COMMUNITY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03 ·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Editorial </a:t>
            </a:r>
            <a:pPr indent="0" marL="0">
              <a:buNone/>
            </a:pPr>
            <a:r>
              <a:rPr lang="en-US" sz="300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Guardrails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 ADVENTURES · THE TRAIL MANUAL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Because WKND Adventures sends people into the real world, every claim must protect the reader, the outdoors, and the publication’s credibility.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NON-NEGOTIABLE RULES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Walk it before you write it — no route published unwalked.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Date every claim — carry a last-verified date; revisit on change.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Name the risk, skill, and conditions — never dare.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Respect nature — Leave No Trace, always.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Be honest about difficulty — truthful, inclusive ratings.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Respect people and place — honor local lands and rules.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7D4F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DO SAY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5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DON'T SAY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✓ "Best in late spring, when the snow line clears."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52560" y="23774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✗ "Perfect year-round — guaranteed."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3127248"/>
            <a:ext cx="5349240" cy="0"/>
          </a:xfrm>
          <a:prstGeom prst="line">
            <a:avLst/>
          </a:prstGeom>
          <a:noFill/>
          <a:ln w="9525">
            <a:solidFill>
              <a:srgbClr val="DD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2186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✓ "Intermediate — some exposed scrambling."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52560" y="32186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✗ "Anyone can do it, no experience."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968496"/>
            <a:ext cx="5349240" cy="0"/>
          </a:xfrm>
          <a:prstGeom prst="line">
            <a:avLst/>
          </a:prstGeom>
          <a:noFill/>
          <a:ln w="9525">
            <a:solidFill>
              <a:srgbClr val="DD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059936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✓ "Check conditions and permits first."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0" y="4059936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✗ "Just show up and go."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4809744"/>
            <a:ext cx="5349240" cy="0"/>
          </a:xfrm>
          <a:prstGeom prst="line">
            <a:avLst/>
          </a:prstGeom>
          <a:noFill/>
          <a:ln w="9525">
            <a:solidFill>
              <a:srgbClr val="DD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90118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✓ "Last verified March 2026."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2560" y="490118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✗ "Always accurate, trusted for life."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5650992"/>
            <a:ext cx="5349240" cy="0"/>
          </a:xfrm>
          <a:prstGeom prst="line">
            <a:avLst/>
          </a:prstGeom>
          <a:noFill/>
          <a:ln w="9525">
            <a:solidFill>
              <a:srgbClr val="DDD8C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04 ·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Brand </a:t>
            </a:r>
            <a:pPr indent="0" marL="0">
              <a:buNone/>
            </a:pPr>
            <a:r>
              <a:rPr lang="en-US" sz="300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Voice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 ADVENTURES · THE TRAIL MANUAL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WKND Adventures sounds like the contributor who already walked the route — honest, prepared, and generous with the details.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VOICE ATTRIBUTES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Honest &amp; first-hand — specifics from experience.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Prepared &amp; practical — gear, timing, difficulty, next step.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Welcoming, not gatekeeping — you belong out here.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Understated, not hyped — the place is the drama.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Responsible — respects nature, safety, communities.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STYLE RULES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Write for the reader three weeks out from the trip.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Be specific: name the route, season, camp, water source.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Break trips into gear lists and day-by-day — never a wall of text.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Lead with the honest assessment, then the practical detail.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11200"/>
            </a:avLst>
          </a:prstGeom>
          <a:solidFill>
            <a:srgbClr val="123A2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12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VOICE IN ONE 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50468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"We go first, we document everything, and we update our work — so the outdoors you read about is the outdoors you’ll actually find."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05 · DESIGN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Colour </a:t>
            </a:r>
            <a:pPr indent="0" marL="0">
              <a:buNone/>
            </a:pPr>
            <a:r>
              <a:rPr lang="en-US" sz="300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Palette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 ADVENTURES · THE TRAIL MANUAL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trail at dusk — warm amber energy against deep pine, grounded in warm, papery neutrals that let photography carry the page.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2606040" cy="73152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44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Trail Amber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3192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#E8651A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Primary. CTAs, links, accents.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2240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240280"/>
            <a:ext cx="2606040" cy="731520"/>
          </a:xfrm>
          <a:prstGeom prst="rect">
            <a:avLst/>
          </a:prstGeom>
          <a:solidFill>
            <a:srgbClr val="C8551A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044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Ember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3192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#C8551A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Deep variant for hovers.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240280"/>
            <a:ext cx="2606040" cy="731520"/>
          </a:xfrm>
          <a:prstGeom prst="rect">
            <a:avLst/>
          </a:prstGeom>
          <a:solidFill>
            <a:srgbClr val="0F1A14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044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Deep Pine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3192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#0F1A14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Dark background &amp; body text.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22402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2240280"/>
            <a:ext cx="2606040" cy="731520"/>
          </a:xfrm>
          <a:prstGeom prst="rect">
            <a:avLst/>
          </a:prstGeom>
          <a:solidFill>
            <a:srgbClr val="3D4F4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3044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Pine Shadow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33192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#3D4F45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5256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Secondary text, muted green.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06240"/>
            <a:ext cx="2606040" cy="7315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10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Bone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2852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#F5F0E8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504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Warm light background.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37560" y="4206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4206240"/>
            <a:ext cx="2606040" cy="731520"/>
          </a:xfrm>
          <a:prstGeom prst="rect">
            <a:avLst/>
          </a:prstGeom>
          <a:solidFill>
            <a:srgbClr val="F0ECE4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5010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Sand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52852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#F0ECE4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0" y="5504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Alternate surface, panels.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206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4206240"/>
            <a:ext cx="2606040" cy="731520"/>
          </a:xfrm>
          <a:prstGeom prst="rect">
            <a:avLst/>
          </a:prstGeom>
          <a:solidFill>
            <a:srgbClr val="7A8A80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5010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Lichen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52852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#7A8A80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5504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Muted labels, captions.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15400" y="4206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15400" y="4206240"/>
            <a:ext cx="26060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9052560" y="5010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Snow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52560" y="52852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#FFFFFF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52560" y="5504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Cards on light, text on dark.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06 · DESIGN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Typo </a:t>
            </a:r>
            <a:pPr indent="0" marL="0">
              <a:buNone/>
            </a:pPr>
            <a:r>
              <a:rPr lang="en-US" sz="300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graphy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 ADVENTURES · THE TRAIL MANUAL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Syncopate brings wide, deliberate energy to display and headings; Instrument Sans keeps body and labels clean and readable.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" cy="71323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396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DISPLAY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23408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FIND YOUR NEXT TRAIL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0" y="2359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Syncopate · 700 · uppercase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" cy="71323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626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HEADLINE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31638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Bold Stories. Real Life.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0" y="31821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Syncopate · 700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864" cy="71323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856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TITLE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39867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Backcountry Basics 101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0" y="4005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Syncopate · 400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4864" cy="71323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085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BODY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48097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14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best trips start with honest planning. Check the season, pack the right gear, know the difficulty.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48280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Instrument Sans · 400 · 1.6 line-height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54864" cy="71323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31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LABEL / CTA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56327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EXPLORE ADVENTURES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5650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A8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Syncopate · 700 · 0.07em tracking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07 · DESIGN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Shape &amp; </a:t>
            </a:r>
            <a:pPr indent="0" marL="0">
              <a:buNone/>
            </a:pPr>
            <a:r>
              <a:rPr lang="en-US" sz="3000" b="1" spc="1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 ADVENTURES · THE TRAIL MANUAL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Generous spacing and rounded, confident forms; the signature hard-offset shadow gives every action a tactile, trail-sign snap.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BORDER RADIUS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E865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8px · Inputs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2423160"/>
            <a:ext cx="1188720" cy="822960"/>
          </a:xfrm>
          <a:prstGeom prst="roundRect">
            <a:avLst>
              <a:gd name="adj" fmla="val 17778"/>
            </a:avLst>
          </a:prstGeom>
          <a:solidFill>
            <a:srgbClr val="E8651A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16px · Cards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0" y="2423160"/>
            <a:ext cx="1188720" cy="822960"/>
          </a:xfrm>
          <a:prstGeom prst="roundRect">
            <a:avLst>
              <a:gd name="adj" fmla="val 22222"/>
            </a:avLst>
          </a:prstGeom>
          <a:solidFill>
            <a:srgbClr val="E8651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20px · Media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37760" y="2423160"/>
            <a:ext cx="1188720" cy="822960"/>
          </a:xfrm>
          <a:prstGeom prst="roundRect">
            <a:avLst>
              <a:gd name="adj" fmla="val 55556"/>
            </a:avLst>
          </a:prstGeom>
          <a:solidFill>
            <a:srgbClr val="E8651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Pill · Buttons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SPACING SCALE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 tight · 8 component · 12 compact · 16 default gap · 24 card padding · 48 section (px).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CORE COMPONENTS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51663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65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510235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5102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A14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EXPLORE ADVENTURES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51663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51A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2112" y="510235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0F1A14"/>
          </a:solidFill>
          <a:ln/>
        </p:spPr>
      </p:sp>
      <p:sp>
        <p:nvSpPr>
          <p:cNvPr id="24" name="Text 22"/>
          <p:cNvSpPr/>
          <p:nvPr/>
        </p:nvSpPr>
        <p:spPr>
          <a:xfrm>
            <a:off x="3182112" y="51023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READ FIELD NOTES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0" y="2423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0F1A14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Backcountry Basics 101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Learn to read conditions, pack smart, and pick a route that matches your level.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480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4F45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IMAGERY &amp; MOTION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8006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Real, first-hand photography — dawn &amp; golden-hour light.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3D4F4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Full-bleed images with a pine-to-transparent gradient overlay.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0" kern="0" dirty="0">
                <a:solidFill>
                  <a:srgbClr val="E8651A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WKND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3154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F5F0E8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ADVENTURE · REAL LIFE · WILD PLACES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38404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Made for the people who go — documenting the routes, gear, and moments that make the outdoors worth protecting.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84368" y="4709160"/>
            <a:ext cx="8229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8A80"/>
                </a:solidFill>
                <a:latin typeface="Syncopate" pitchFamily="34" charset="0"/>
                <a:ea typeface="Syncopate" pitchFamily="34" charset="-122"/>
                <a:cs typeface="Syncopate" pitchFamily="34" charset="-120"/>
              </a:rPr>
              <a:t>© 2026 WKND ADVENTURES · VERSION 1.0 — SEPTEMBER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2026-09-09T20:39:43Z</dcterms:created>
  <dcterms:modified xsi:type="dcterms:W3CDTF">2026-09-09T20:39:43Z</dcterms:modified>
</cp:coreProperties>
</file>